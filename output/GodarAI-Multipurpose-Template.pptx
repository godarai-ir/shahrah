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3bc781d0c64893" /><Relationship Type="http://schemas.openxmlformats.org/officeDocument/2006/relationships/extended-properties" Target="/docProps/app.xml" Id="R1d65718986dd458e" /><Relationship Type="http://schemas.openxmlformats.org/officeDocument/2006/relationships/officeDocument" Target="/ppt/presentation.xml" Id="Ra74ccd399db94d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85b37a875e4e17"/>
  </p:sldMasterIdLst>
  <p:notesMasterIdLst>
    <p:notesMasterId xmlns:r="http://schemas.openxmlformats.org/officeDocument/2006/relationships" r:id="R5746f70940d441a8"/>
  </p:notesMasterIdLst>
  <p:sldIdLst>
    <p:sldId xmlns:r="http://schemas.openxmlformats.org/officeDocument/2006/relationships" id="256" r:id="Refccbea6d3054e13"/>
    <p:sldId xmlns:r="http://schemas.openxmlformats.org/officeDocument/2006/relationships" id="257" r:id="Rca649a4fbb2a4f57"/>
    <p:sldId xmlns:r="http://schemas.openxmlformats.org/officeDocument/2006/relationships" id="258" r:id="Rea4c0c038eee4fb8"/>
    <p:sldId xmlns:r="http://schemas.openxmlformats.org/officeDocument/2006/relationships" id="259" r:id="R910043b15d1c4b68"/>
    <p:sldId xmlns:r="http://schemas.openxmlformats.org/officeDocument/2006/relationships" id="260" r:id="R14547f7c0e994190"/>
    <p:sldId xmlns:r="http://schemas.openxmlformats.org/officeDocument/2006/relationships" id="261" r:id="Rb53dffe274d44cf7"/>
    <p:sldId xmlns:r="http://schemas.openxmlformats.org/officeDocument/2006/relationships" id="262" r:id="Rac39dff2f8834594"/>
    <p:sldId xmlns:r="http://schemas.openxmlformats.org/officeDocument/2006/relationships" id="263" r:id="R67117347089b4c21"/>
    <p:sldId xmlns:r="http://schemas.openxmlformats.org/officeDocument/2006/relationships" id="264" r:id="Ra979250ee3174dfa"/>
    <p:sldId xmlns:r="http://schemas.openxmlformats.org/officeDocument/2006/relationships" id="265" r:id="R70995f7389824ac4"/>
    <p:sldId xmlns:r="http://schemas.openxmlformats.org/officeDocument/2006/relationships" id="266" r:id="Rb0fb6aaf09794d86"/>
    <p:sldId xmlns:r="http://schemas.openxmlformats.org/officeDocument/2006/relationships" id="267" r:id="Rb8d85453458f4d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c62d0a25cd44c7" /><Relationship Type="http://schemas.openxmlformats.org/officeDocument/2006/relationships/slideMaster" Target="/ppt/slideMasters/slideMaster1.xml" Id="Ra885b37a875e4e17" /><Relationship Type="http://schemas.openxmlformats.org/officeDocument/2006/relationships/notesMaster" Target="/ppt/notesMasters/notesMaster1.xml" Id="R5746f70940d441a8" /><Relationship Type="http://schemas.openxmlformats.org/officeDocument/2006/relationships/presProps" Target="/ppt/presProps.xml" Id="R62d6eea8e5884afa" /><Relationship Type="http://schemas.openxmlformats.org/officeDocument/2006/relationships/tableStyles" Target="/ppt/tableStyles.xml" Id="Re5cbf8c23cd54b8a" /><Relationship Type="http://schemas.openxmlformats.org/officeDocument/2006/relationships/slide" Target="/ppt/slides/slide1.xml" Id="Refccbea6d3054e13" /><Relationship Type="http://schemas.openxmlformats.org/officeDocument/2006/relationships/slide" Target="/ppt/slides/slide2.xml" Id="Rca649a4fbb2a4f57" /><Relationship Type="http://schemas.openxmlformats.org/officeDocument/2006/relationships/slide" Target="/ppt/slides/slide3.xml" Id="Rea4c0c038eee4fb8" /><Relationship Type="http://schemas.openxmlformats.org/officeDocument/2006/relationships/slide" Target="/ppt/slides/slide4.xml" Id="R910043b15d1c4b68" /><Relationship Type="http://schemas.openxmlformats.org/officeDocument/2006/relationships/slide" Target="/ppt/slides/slide5.xml" Id="R14547f7c0e994190" /><Relationship Type="http://schemas.openxmlformats.org/officeDocument/2006/relationships/slide" Target="/ppt/slides/slide6.xml" Id="Rb53dffe274d44cf7" /><Relationship Type="http://schemas.openxmlformats.org/officeDocument/2006/relationships/slide" Target="/ppt/slides/slide7.xml" Id="Rac39dff2f8834594" /><Relationship Type="http://schemas.openxmlformats.org/officeDocument/2006/relationships/slide" Target="/ppt/slides/slide8.xml" Id="R67117347089b4c21" /><Relationship Type="http://schemas.openxmlformats.org/officeDocument/2006/relationships/slide" Target="/ppt/slides/slide9.xml" Id="Ra979250ee3174dfa" /><Relationship Type="http://schemas.openxmlformats.org/officeDocument/2006/relationships/slide" Target="/ppt/slides/slide10.xml" Id="R70995f7389824ac4" /><Relationship Type="http://schemas.openxmlformats.org/officeDocument/2006/relationships/slide" Target="/ppt/slides/slide11.xml" Id="Rb0fb6aaf09794d86" /><Relationship Type="http://schemas.openxmlformats.org/officeDocument/2006/relationships/slide" Target="/ppt/slides/slide12.xml" Id="Rb8d85453458f4d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034011b34e4b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f64656743b4fcf" /><Relationship Type="http://schemas.openxmlformats.org/officeDocument/2006/relationships/notesMaster" Target="/ppt/notesMasters/notesMaster1.xml" Id="R514f2c79712445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877af8c0134a24" /><Relationship Type="http://schemas.openxmlformats.org/officeDocument/2006/relationships/notesMaster" Target="/ppt/notesMasters/notesMaster1.xml" Id="R4928215ecca143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b01cccfcff4a03" /><Relationship Type="http://schemas.openxmlformats.org/officeDocument/2006/relationships/notesMaster" Target="/ppt/notesMasters/notesMaster1.xml" Id="Rb8fafc1efc3149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13e1bd669a4ff5" /><Relationship Type="http://schemas.openxmlformats.org/officeDocument/2006/relationships/notesMaster" Target="/ppt/notesMasters/notesMaster1.xml" Id="R86ecd56ab56745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86df0741cd4f12" /><Relationship Type="http://schemas.openxmlformats.org/officeDocument/2006/relationships/notesMaster" Target="/ppt/notesMasters/notesMaster1.xml" Id="Rdd324cfce9234e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7f23daa2ca4903" /><Relationship Type="http://schemas.openxmlformats.org/officeDocument/2006/relationships/notesMaster" Target="/ppt/notesMasters/notesMaster1.xml" Id="Radfa2f5a14414b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55af94a1184f1a" /><Relationship Type="http://schemas.openxmlformats.org/officeDocument/2006/relationships/notesMaster" Target="/ppt/notesMasters/notesMaster1.xml" Id="Rbd289a69316744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28cb7ff2ee4670" /><Relationship Type="http://schemas.openxmlformats.org/officeDocument/2006/relationships/notesMaster" Target="/ppt/notesMasters/notesMaster1.xml" Id="Rd6a935085d934f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4d049927e1430b" /><Relationship Type="http://schemas.openxmlformats.org/officeDocument/2006/relationships/notesMaster" Target="/ppt/notesMasters/notesMaster1.xml" Id="R8e874c829be248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627660b8f54b59" /><Relationship Type="http://schemas.openxmlformats.org/officeDocument/2006/relationships/notesMaster" Target="/ppt/notesMasters/notesMaster1.xml" Id="R5986319663bc4c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7772304e274323" /><Relationship Type="http://schemas.openxmlformats.org/officeDocument/2006/relationships/notesMaster" Target="/ppt/notesMasters/notesMaster1.xml" Id="R1f63b30fafb742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28ac42f0b74947" /><Relationship Type="http://schemas.openxmlformats.org/officeDocument/2006/relationships/notesMaster" Target="/ppt/notesMasters/notesMaster1.xml" Id="Radb081c368f24e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GodarAI visual style guide v1.0 (user-provided).</a:t>
            </a:r>
          </a:p>
          <a:p xmlns:a="http://schemas.openxmlformats.org/drawingml/2006/main">
            <a:r>
              <a:t>- Watercolor aperture artwork generated for this template with OpenAI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GodarAI visual style guide v1.0 (user-provided).</a:t>
            </a:r>
          </a:p>
          <a:p xmlns:a="http://schemas.openxmlformats.org/drawingml/2006/main">
            <a:r>
              <a:t>- Watercolor aperture artwork generated for this template with OpenAI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GodarAI visual style guide v1.0 (user-provided).</a:t>
            </a:r>
          </a:p>
          <a:p xmlns:a="http://schemas.openxmlformats.org/drawingml/2006/main">
            <a:r>
              <a:t>- Watercolor aperture artwork generated for this template with OpenAI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GodarAI visual style guide v1.0 (user-provided).</a:t>
            </a:r>
          </a:p>
          <a:p xmlns:a="http://schemas.openxmlformats.org/drawingml/2006/main">
            <a:r>
              <a:t>- Watercolor aperture artwork generated for this template with OpenAI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GodarAI visual style guide v1.0 (user-provided).</a:t>
            </a:r>
          </a:p>
          <a:p xmlns:a="http://schemas.openxmlformats.org/drawingml/2006/main">
            <a:r>
              <a:t>- Watercolor aperture artwork generated for this template with OpenAI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GodarAI visual style guide v1.0 (user-provided).</a:t>
            </a:r>
          </a:p>
          <a:p xmlns:a="http://schemas.openxmlformats.org/drawingml/2006/main">
            <a:r>
              <a:t>- Watercolor aperture artwork generated for this template with OpenAI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GodarAI visual style guide v1.0 (user-provided).</a:t>
            </a:r>
          </a:p>
          <a:p xmlns:a="http://schemas.openxmlformats.org/drawingml/2006/main">
            <a:r>
              <a:t>- Watercolor aperture artwork generated for this template with OpenAI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GodarAI visual style guide v1.0 (user-provided).</a:t>
            </a:r>
          </a:p>
          <a:p xmlns:a="http://schemas.openxmlformats.org/drawingml/2006/main">
            <a:r>
              <a:t>- Watercolor aperture artwork generated for this template with OpenAI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GodarAI visual style guide v1.0 (user-provided).</a:t>
            </a:r>
          </a:p>
          <a:p xmlns:a="http://schemas.openxmlformats.org/drawingml/2006/main">
            <a:r>
              <a:t>- Watercolor aperture artwork generated for this template with OpenAI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GodarAI visual style guide v1.0 (user-provided).</a:t>
            </a:r>
          </a:p>
          <a:p xmlns:a="http://schemas.openxmlformats.org/drawingml/2006/main">
            <a:r>
              <a:t>- Watercolor aperture artwork generated for this template with OpenAI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GodarAI visual style guide v1.0 (user-provided).</a:t>
            </a:r>
          </a:p>
          <a:p xmlns:a="http://schemas.openxmlformats.org/drawingml/2006/main">
            <a:r>
              <a:t>- Watercolor aperture artwork generated for this template with OpenAI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GodarAI visual style guide v1.0 (user-provided).</a:t>
            </a:r>
          </a:p>
          <a:p xmlns:a="http://schemas.openxmlformats.org/drawingml/2006/main">
            <a:r>
              <a:t>- Watercolor aperture artwork generated for this template with OpenAI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a9da28f7da4a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9555f7d84c4f45" /><Relationship Type="http://schemas.openxmlformats.org/officeDocument/2006/relationships/slideLayout" Target="/ppt/slideLayouts/slideLayout1.xml" Id="R805ba426b9cd41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5ba426b9cd41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ba276ec394425" /><Relationship Type="http://schemas.openxmlformats.org/officeDocument/2006/relationships/image" Target="/ppt/media/image.png" Id="R2b9e4ad7e1b04629" /><Relationship Type="http://schemas.openxmlformats.org/officeDocument/2006/relationships/notesSlide" Target="/ppt/notesSlides/notesSlide1.xml" Id="Rd61bf1d084ed41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8886454704a30" /><Relationship Type="http://schemas.openxmlformats.org/officeDocument/2006/relationships/image" Target="/ppt/media/image2.png" Id="R2fce25a153c042b0" /><Relationship Type="http://schemas.openxmlformats.org/officeDocument/2006/relationships/notesSlide" Target="/ppt/notesSlides/notesSlide2.xml" Id="R3df2f229e8d140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308700aed455d" /><Relationship Type="http://schemas.openxmlformats.org/officeDocument/2006/relationships/notesSlide" Target="/ppt/notesSlides/notesSlide3.xml" Id="R258f5c3c75c24d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d71e2a3d94bc8" /><Relationship Type="http://schemas.openxmlformats.org/officeDocument/2006/relationships/notesSlide" Target="/ppt/notesSlides/notesSlide4.xml" Id="R454214b5dc764c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8eedb18de4e56" /><Relationship Type="http://schemas.openxmlformats.org/officeDocument/2006/relationships/notesSlide" Target="/ppt/notesSlides/notesSlide5.xml" Id="R65e8d0466c514c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1bf52fa3e4fde" /><Relationship Type="http://schemas.openxmlformats.org/officeDocument/2006/relationships/notesSlide" Target="/ppt/notesSlides/notesSlide6.xml" Id="Rd6a93a91134d4a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4b2d465c44473" /><Relationship Type="http://schemas.openxmlformats.org/officeDocument/2006/relationships/notesSlide" Target="/ppt/notesSlides/notesSlide7.xml" Id="R8226742ea10a48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265e06ca74cf2" /><Relationship Type="http://schemas.openxmlformats.org/officeDocument/2006/relationships/chart" Target="/ppt/slides/charts/chart1.xml" Id="R00a0c74008be48b5" /><Relationship Type="http://schemas.openxmlformats.org/officeDocument/2006/relationships/notesSlide" Target="/ppt/notesSlides/notesSlide8.xml" Id="R2fe1579e2c844c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53d198e214b39" /><Relationship Type="http://schemas.openxmlformats.org/officeDocument/2006/relationships/notesSlide" Target="/ppt/notesSlides/notesSlide9.xml" Id="Rda23fa0e0a0346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26ac2f6bf4e2b" /><Relationship Type="http://schemas.openxmlformats.org/officeDocument/2006/relationships/notesSlide" Target="/ppt/notesSlides/notesSlide10.xml" Id="R2a104a4454f841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97a15179d41d9" /><Relationship Type="http://schemas.openxmlformats.org/officeDocument/2006/relationships/notesSlide" Target="/ppt/notesSlides/notesSlide11.xml" Id="Redc222985fdc47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56f93937b4dc2" /><Relationship Type="http://schemas.openxmlformats.org/officeDocument/2006/relationships/image" Target="/ppt/media/image3.png" Id="R3af0426de94f4a37" /><Relationship Type="http://schemas.openxmlformats.org/officeDocument/2006/relationships/notesSlide" Target="/ppt/notesSlides/notesSlide12.xml" Id="R85936113ac814b6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شاخص اصلی</c:v>
          </c:tx>
          <c:spPr>
            <a:solidFill xmlns:a="http://schemas.openxmlformats.org/drawingml/2006/main">
              <a:srgbClr val="1659B7"/>
            </a:solidFill>
          </c:spPr>
          <c:marker>
            <c:symbol val="none"/>
          </c:marker>
          <c:cat>
            <c:strLit>
              <c:ptCount val="4"/>
              <c:pt idx="0">
                <c:v>فصل ۱</c:v>
              </c:pt>
              <c:pt idx="1">
                <c:v>فصل ۲</c:v>
              </c:pt>
              <c:pt idx="2">
                <c:v>فصل ۳</c:v>
              </c:pt>
              <c:pt idx="3">
                <c:v>فصل ۴</c:v>
              </c:pt>
            </c:strLit>
          </c:cat>
          <c:val>
            <c:numLit>
              <c:formatCode>General</c:formatCode>
              <c:ptCount val="4"/>
              <c:pt idx="0">
                <c:v>32</c:v>
              </c:pt>
              <c:pt idx="1">
                <c:v>46</c:v>
              </c:pt>
              <c:pt idx="2">
                <c:v>52</c:v>
              </c:pt>
              <c:pt idx="3">
                <c:v>71</c:v>
              </c:pt>
            </c:numLit>
          </c:val>
        </c:ser>
        <c:ser>
          <c:idx val="1"/>
          <c:order val="1"/>
          <c:tx>
            <c:v>مقایسه</c:v>
          </c:tx>
          <c:spPr>
            <a:solidFill xmlns:a="http://schemas.openxmlformats.org/drawingml/2006/main">
              <a:srgbClr val="83C7E8"/>
            </a:solidFill>
          </c:spPr>
          <c:marker>
            <c:symbol val="none"/>
          </c:marker>
          <c:cat>
            <c:strLit>
              <c:ptCount val="4"/>
              <c:pt idx="0">
                <c:v>فصل ۱</c:v>
              </c:pt>
              <c:pt idx="1">
                <c:v>فصل ۲</c:v>
              </c:pt>
              <c:pt idx="2">
                <c:v>فصل ۳</c:v>
              </c:pt>
              <c:pt idx="3">
                <c:v>فصل ۴</c:v>
              </c:pt>
            </c:strLit>
          </c:cat>
          <c:val>
            <c:numLit>
              <c:formatCode>General</c:formatCode>
              <c:ptCount val="4"/>
              <c:pt idx="0">
                <c:v>28</c:v>
              </c:pt>
              <c:pt idx="1">
                <c:v>34</c:v>
              </c:pt>
              <c:pt idx="2">
                <c:v>45</c:v>
              </c:pt>
              <c:pt idx="3">
                <c:v>49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6C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e4ad7e1b0462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8AEDEC7-0CA9-4AF0-AA7C-8C1C8B1D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59B7"/>
                </a:solidFill>
              </a:defRPr>
            </a:pPr>
            <a:r>
              <a:rPr sz="1500" b="1">
                <a:solidFill>
                  <a:srgbClr val="1659B7"/>
                </a:solidFill>
              </a:rPr>
              <a:t>گدارAI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019DA301-8B8E-49A1-AF3B-0BEFAD4A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4200" b="1">
                <a:solidFill>
                  <a:srgbClr val="10233F"/>
                </a:solidFill>
              </a:defRPr>
            </a:pPr>
            <a:r>
              <a:rPr sz="4200" b="1">
                <a:solidFill>
                  <a:srgbClr val="10233F"/>
                </a:solidFill>
              </a:rPr>
              <a:t>عنوان ارائه</a:t>
            </a:r>
          </a:p>
          <a:p xmlns:a="http://schemas.openxmlformats.org/drawingml/2006/main">
            <a:pPr algn="r">
              <a:defRPr sz="4200" b="1">
                <a:solidFill>
                  <a:srgbClr val="10233F"/>
                </a:solidFill>
              </a:defRPr>
            </a:pPr>
            <a:r>
              <a:rPr sz="4200" b="1">
                <a:solidFill>
                  <a:srgbClr val="10233F"/>
                </a:solidFill>
              </a:rPr>
              <a:t>در دو خط کوتاه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773B589-9229-45F4-9CE5-ECCE6833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5758B"/>
                </a:solidFill>
              </a:defRPr>
            </a:pPr>
            <a:r>
              <a:rPr sz="1725" b="0">
                <a:solidFill>
                  <a:srgbClr val="65758B"/>
                </a:solidFill>
              </a:rPr>
              <a:t>زیرعنوان یا توضیح کوتاه ارائه در این بخش قرار می‌گیرد.</a:t>
            </a:r>
          </a:p>
        </p:txBody>
      </p:sp>
      <p:sp>
        <p:nvSpPr>
          <p:cNvPr id="5" name="meta">
            <a:extLst xmlns:a="http://schemas.openxmlformats.org/drawingml/2006/main">
              <a:ext uri="{FF2B5EF4-FFF2-40B4-BE49-F238E27FC236}">
                <a16:creationId xmlns:a16="http://schemas.microsoft.com/office/drawing/2014/main" id="{25E52317-73C6-41C9-8DFA-DF152D73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F"/>
                </a:solidFill>
              </a:defRPr>
            </a:pPr>
            <a:r>
              <a:rPr sz="1200" b="0">
                <a:solidFill>
                  <a:srgbClr val="10233F"/>
                </a:solidFill>
              </a:rPr>
              <a:t>نام ارائه‌دهنده  |  تاریخ</a:t>
            </a:r>
          </a:p>
        </p:txBody>
      </p:sp>
    </p:spTree>
    <p:extLst>
      <p:ext uri="{BB962C8B-B14F-4D97-AF65-F5344CB8AC3E}">
        <p14:creationId xmlns:p14="http://schemas.microsoft.com/office/powerpoint/2010/main" val="11299598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e25a153c042b0"/>
          <a:srcRect xmlns:a="http://schemas.openxmlformats.org/drawingml/2006/main" l="11698" t="0" r="116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7500" y="0"/>
            <a:ext cx="933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quiet-panel">
            <a:extLst xmlns:a="http://schemas.openxmlformats.org/drawingml/2006/main">
              <a:ext uri="{FF2B5EF4-FFF2-40B4-BE49-F238E27FC236}">
                <a16:creationId xmlns:a16="http://schemas.microsoft.com/office/drawing/2014/main" id="{BE884827-AE56-4843-ABE7-5267B7F7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B947576E-B961-4059-A38B-5CC26C7A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83C7E8"/>
                </a:solidFill>
              </a:defRPr>
            </a:pPr>
            <a:r>
              <a:rPr sz="3600" b="1">
                <a:solidFill>
                  <a:srgbClr val="83C7E8"/>
                </a:solidFill>
              </a:rPr>
              <a:t>۰۱</a:t>
            </a:r>
          </a:p>
        </p:txBody>
      </p:sp>
      <p:sp>
        <p:nvSpPr>
          <p:cNvPr id="4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8398F927-2FF0-4EF4-8A19-838ED8C0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10233F"/>
                </a:solidFill>
              </a:defRPr>
            </a:pPr>
            <a:r>
              <a:rPr sz="3600" b="1">
                <a:solidFill>
                  <a:srgbClr val="10233F"/>
                </a:solidFill>
              </a:rPr>
              <a:t>عنوان بخش</a:t>
            </a:r>
          </a:p>
        </p:txBody>
      </p:sp>
      <p:sp>
        <p:nvSpPr>
          <p:cNvPr id="5" name="section-desc">
            <a:extLst xmlns:a="http://schemas.openxmlformats.org/drawingml/2006/main">
              <a:ext uri="{FF2B5EF4-FFF2-40B4-BE49-F238E27FC236}">
                <a16:creationId xmlns:a16="http://schemas.microsoft.com/office/drawing/2014/main" id="{49AAEABA-D018-47BF-A290-A3F41D49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5758B"/>
                </a:solidFill>
              </a:defRPr>
            </a:pPr>
            <a:r>
              <a:rPr sz="1650" b="0">
                <a:solidFill>
                  <a:srgbClr val="65758B"/>
                </a:solidFill>
              </a:rPr>
              <a:t>یک جمله کوتاه برای معرفی مسیر این بخش.</a:t>
            </a:r>
          </a:p>
        </p:txBody>
      </p:sp>
    </p:spTree>
    <p:extLst>
      <p:ext uri="{BB962C8B-B14F-4D97-AF65-F5344CB8AC3E}">
        <p14:creationId xmlns:p14="http://schemas.microsoft.com/office/powerpoint/2010/main" val="18023064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72769593-8D74-40BB-A83B-CD5A2206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59B7"/>
                </a:solidFill>
              </a:defRPr>
            </a:pPr>
            <a:r>
              <a:rPr sz="1125" b="1">
                <a:solidFill>
                  <a:srgbClr val="1659B7"/>
                </a:solidFill>
              </a:rPr>
              <a:t>گدارAI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6395D4-8A57-4690-88DC-DF84D3BE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42950"/>
            <a:ext cx="721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مسیر ارائه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ED13C8A-6792-49E4-ACBC-23E67D36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46685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A94EE1D3-AA39-424B-B55F-B11A7555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659B7"/>
                </a:solidFill>
              </a:defRPr>
            </a:pPr>
            <a:r>
              <a:rPr sz="1650" b="1">
                <a:solidFill>
                  <a:srgbClr val="1659B7"/>
                </a:solidFill>
              </a:rPr>
              <a:t>۰1</a:t>
            </a:r>
          </a:p>
        </p:txBody>
      </p:sp>
      <p:sp>
        <p:nvSpPr>
          <p:cNvPr id="5" name="agenda-item-0">
            <a:extLst xmlns:a="http://schemas.openxmlformats.org/drawingml/2006/main">
              <a:ext uri="{FF2B5EF4-FFF2-40B4-BE49-F238E27FC236}">
                <a16:creationId xmlns:a16="http://schemas.microsoft.com/office/drawing/2014/main" id="{B5CF9D3E-3512-4242-8A32-182E05CA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0233F"/>
                </a:solidFill>
              </a:defRPr>
            </a:pPr>
            <a:r>
              <a:rPr sz="2100" b="1">
                <a:solidFill>
                  <a:srgbClr val="10233F"/>
                </a:solidFill>
              </a:rPr>
              <a:t>زمینه و مسئله</a:t>
            </a:r>
          </a:p>
        </p:txBody>
      </p:sp>
      <p:sp>
        <p:nvSpPr>
          <p:cNvPr id="6" name="agenda-line-0">
            <a:extLst xmlns:a="http://schemas.openxmlformats.org/drawingml/2006/main">
              <a:ext uri="{FF2B5EF4-FFF2-40B4-BE49-F238E27FC236}">
                <a16:creationId xmlns:a16="http://schemas.microsoft.com/office/drawing/2014/main" id="{E50395AE-A050-46CA-8F8A-CC3D12DC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33650"/>
            <a:ext cx="741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00AD8B17-C682-429B-B5BF-17F03788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8289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659B7"/>
                </a:solidFill>
              </a:defRPr>
            </a:pPr>
            <a:r>
              <a:rPr sz="1650" b="1">
                <a:solidFill>
                  <a:srgbClr val="1659B7"/>
                </a:solidFill>
              </a:rPr>
              <a:t>۰2</a:t>
            </a:r>
          </a:p>
        </p:txBody>
      </p:sp>
      <p:sp>
        <p:nvSpPr>
          <p:cNvPr id="8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81463B52-A121-4C7A-BB5F-AB16FD2E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2892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10233F"/>
                </a:solidFill>
              </a:defRPr>
            </a:pPr>
            <a:r>
              <a:rPr sz="2100" b="0">
                <a:solidFill>
                  <a:srgbClr val="10233F"/>
                </a:solidFill>
              </a:rPr>
              <a:t>بینش‌های کلیدی</a:t>
            </a:r>
          </a:p>
        </p:txBody>
      </p:sp>
      <p:sp>
        <p:nvSpPr>
          <p:cNvPr id="9" name="agenda-line-1">
            <a:extLst xmlns:a="http://schemas.openxmlformats.org/drawingml/2006/main">
              <a:ext uri="{FF2B5EF4-FFF2-40B4-BE49-F238E27FC236}">
                <a16:creationId xmlns:a16="http://schemas.microsoft.com/office/drawing/2014/main" id="{616AA183-FF7D-4B4D-A69F-22BB644B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741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EDBFE459-B6D4-4243-AB90-BD18CA8E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7052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659B7"/>
                </a:solidFill>
              </a:defRPr>
            </a:pPr>
            <a:r>
              <a:rPr sz="1650" b="1">
                <a:solidFill>
                  <a:srgbClr val="1659B7"/>
                </a:solidFill>
              </a:rPr>
              <a:t>۰3</a:t>
            </a:r>
          </a:p>
        </p:txBody>
      </p:sp>
      <p:sp>
        <p:nvSpPr>
          <p:cNvPr id="11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893FDBBA-F637-4537-AA76-FC9CB66E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0522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10233F"/>
                </a:solidFill>
              </a:defRPr>
            </a:pPr>
            <a:r>
              <a:rPr sz="2100" b="0">
                <a:solidFill>
                  <a:srgbClr val="10233F"/>
                </a:solidFill>
              </a:rPr>
              <a:t>راهکار پیشنهادی</a:t>
            </a:r>
          </a:p>
        </p:txBody>
      </p:sp>
      <p:sp>
        <p:nvSpPr>
          <p:cNvPr id="12" name="agenda-line-2">
            <a:extLst xmlns:a="http://schemas.openxmlformats.org/drawingml/2006/main">
              <a:ext uri="{FF2B5EF4-FFF2-40B4-BE49-F238E27FC236}">
                <a16:creationId xmlns:a16="http://schemas.microsoft.com/office/drawing/2014/main" id="{5F70DF8F-063D-4B60-A35F-3D2CE595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741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genda-num-3">
            <a:extLst xmlns:a="http://schemas.openxmlformats.org/drawingml/2006/main">
              <a:ext uri="{FF2B5EF4-FFF2-40B4-BE49-F238E27FC236}">
                <a16:creationId xmlns:a16="http://schemas.microsoft.com/office/drawing/2014/main" id="{39E87152-BA0B-44D6-A4F3-23679138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815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659B7"/>
                </a:solidFill>
              </a:defRPr>
            </a:pPr>
            <a:r>
              <a:rPr sz="1650" b="1">
                <a:solidFill>
                  <a:srgbClr val="1659B7"/>
                </a:solidFill>
              </a:rPr>
              <a:t>۰4</a:t>
            </a:r>
          </a:p>
        </p:txBody>
      </p:sp>
      <p:sp>
        <p:nvSpPr>
          <p:cNvPr id="14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B57DAE2D-A645-43B3-B493-25CCE0CB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8152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10233F"/>
                </a:solidFill>
              </a:defRPr>
            </a:pPr>
            <a:r>
              <a:rPr sz="2100" b="0">
                <a:solidFill>
                  <a:srgbClr val="10233F"/>
                </a:solidFill>
              </a:rPr>
              <a:t>گام‌های بعدی</a:t>
            </a:r>
          </a:p>
        </p:txBody>
      </p:sp>
      <p:sp>
        <p:nvSpPr>
          <p:cNvPr id="15" name="agenda-line-3">
            <a:extLst xmlns:a="http://schemas.openxmlformats.org/drawingml/2006/main">
              <a:ext uri="{FF2B5EF4-FFF2-40B4-BE49-F238E27FC236}">
                <a16:creationId xmlns:a16="http://schemas.microsoft.com/office/drawing/2014/main" id="{638B79C2-E2F5-4921-A426-ABCC8633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62550"/>
            <a:ext cx="741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D77117D9-C02A-4B3B-ACD7-A2ECDC50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8B"/>
                </a:solidFill>
              </a:defRPr>
            </a:pPr>
            <a:r>
              <a:rPr sz="900" b="0">
                <a:solidFill>
                  <a:srgbClr val="65758B"/>
                </a:solidFill>
              </a:rPr>
              <a:t>قالب چندمنظوره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D9C0F5-963E-4D5F-A87B-7AFFBDF9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58B"/>
                </a:solidFill>
              </a:defRPr>
            </a:pPr>
            <a:r>
              <a:rPr sz="900" b="1">
                <a:solidFill>
                  <a:srgbClr val="6575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607580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886585D7-548A-4EAE-A44E-BAD94ACD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59B7"/>
                </a:solidFill>
              </a:defRPr>
            </a:pPr>
            <a:r>
              <a:rPr sz="1125" b="1">
                <a:solidFill>
                  <a:srgbClr val="1659B7"/>
                </a:solidFill>
              </a:rPr>
              <a:t>گدارAI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A1D324-6D03-4B7C-B2A1-9FEA475B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42950"/>
            <a:ext cx="721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یک پیام روشن در هر اسلاید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1A7A568-6752-4036-AFBB-75C141D3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46685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1ADAFBF-8DFD-4239-BD3C-8DE95DF2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50768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0233F"/>
                </a:solidFill>
              </a:defRPr>
            </a:pPr>
            <a:r>
              <a:rPr sz="1650" b="0">
                <a:solidFill>
                  <a:srgbClr val="10233F"/>
                </a:solidFill>
              </a:rPr>
              <a:t>این بخش برای توضیح اصلی طراحی شده است. متن را کوتاه نگه دارید و هر اسلاید را به یک پیام مشخص اختصاص دهید.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r">
              <a:defRPr sz="1650" b="0">
                <a:solidFill>
                  <a:srgbClr val="10233F"/>
                </a:solidFill>
              </a:defRPr>
            </a:pPr>
            <a:r>
              <a:rPr sz="1650" b="0">
                <a:solidFill>
                  <a:srgbClr val="10233F"/>
                </a:solidFill>
              </a:rPr>
              <a:t>• نکته اول با بیان مستقیم</a:t>
            </a:r>
          </a:p>
          <a:p xmlns:a="http://schemas.openxmlformats.org/drawingml/2006/main">
            <a:pPr algn="r">
              <a:defRPr sz="1650" b="0">
                <a:solidFill>
                  <a:srgbClr val="10233F"/>
                </a:solidFill>
              </a:defRPr>
            </a:pPr>
            <a:r>
              <a:rPr sz="1650" b="0">
                <a:solidFill>
                  <a:srgbClr val="10233F"/>
                </a:solidFill>
              </a:rPr>
              <a:t>• نکته دوم همراه با شواهد</a:t>
            </a:r>
          </a:p>
          <a:p xmlns:a="http://schemas.openxmlformats.org/drawingml/2006/main">
            <a:pPr algn="r">
              <a:defRPr sz="1650" b="0">
                <a:solidFill>
                  <a:srgbClr val="10233F"/>
                </a:solidFill>
              </a:defRPr>
            </a:pPr>
            <a:r>
              <a:rPr sz="1650" b="0">
                <a:solidFill>
                  <a:srgbClr val="10233F"/>
                </a:solidFill>
              </a:rPr>
              <a:t>• نتیجه‌ای که مخاطب باید به خاطر بسپارد</a:t>
            </a:r>
          </a:p>
        </p:txBody>
      </p:sp>
      <p:sp>
        <p:nvSpPr>
          <p:cNvPr id="5" name="visual-placeholder">
            <a:extLst xmlns:a="http://schemas.openxmlformats.org/drawingml/2006/main">
              <a:ext uri="{FF2B5EF4-FFF2-40B4-BE49-F238E27FC236}">
                <a16:creationId xmlns:a16="http://schemas.microsoft.com/office/drawing/2014/main" id="{285C6222-34FA-415C-856F-55145D90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EEEAE0"/>
          </a:solidFill>
          <a:ln xmlns:a="http://schemas.openxmlformats.org/drawingml/2006/main" w="9525">
            <a:solidFill>
              <a:srgbClr val="D9E9F2"/>
            </a:solidFill>
            <a:prstDash val="solid"/>
          </a:ln>
        </p:spPr>
      </p:sp>
      <p:sp>
        <p:nvSpPr>
          <p:cNvPr id="6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17A1416-2356-4854-BC79-29F5D9EC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394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5758B"/>
                </a:solidFill>
              </a:defRPr>
            </a:pPr>
            <a:r>
              <a:rPr sz="1650" b="0">
                <a:solidFill>
                  <a:srgbClr val="65758B"/>
                </a:solidFill>
              </a:rPr>
              <a:t>تصویر، نمودار یا اسکرین‌شات</a:t>
            </a:r>
          </a:p>
        </p:txBody>
      </p:sp>
      <p:sp>
        <p:nvSpPr>
          <p:cNvPr id="7" name="visual-hint">
            <a:extLst xmlns:a="http://schemas.openxmlformats.org/drawingml/2006/main">
              <a:ext uri="{FF2B5EF4-FFF2-40B4-BE49-F238E27FC236}">
                <a16:creationId xmlns:a16="http://schemas.microsoft.com/office/drawing/2014/main" id="{03D6080C-F319-4EED-8095-B376E3EB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6237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58B"/>
                </a:solidFill>
              </a:defRPr>
            </a:pPr>
            <a:r>
              <a:rPr sz="1050" b="0">
                <a:solidFill>
                  <a:srgbClr val="65758B"/>
                </a:solidFill>
              </a:rPr>
              <a:t>جایگزینی آسان در پاورپوینت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841B83C-C35A-467A-B4D7-5B67AB32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8B"/>
                </a:solidFill>
              </a:defRPr>
            </a:pPr>
            <a:r>
              <a:rPr sz="900" b="0">
                <a:solidFill>
                  <a:srgbClr val="65758B"/>
                </a:solidFill>
              </a:rPr>
              <a:t>قالب چندمنظوره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12EC88-5042-49C8-92D6-3F99BE4B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58B"/>
                </a:solidFill>
              </a:defRPr>
            </a:pPr>
            <a:r>
              <a:rPr sz="900" b="1">
                <a:solidFill>
                  <a:srgbClr val="6575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5475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BD2CBC23-5F15-42F8-9E92-67A5E99C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59B7"/>
                </a:solidFill>
              </a:defRPr>
            </a:pPr>
            <a:r>
              <a:rPr sz="1125" b="1">
                <a:solidFill>
                  <a:srgbClr val="1659B7"/>
                </a:solidFill>
              </a:rPr>
              <a:t>گدارAI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724BD5-285A-4F3A-9FFC-B3B6116D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42950"/>
            <a:ext cx="721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عدد اصلی را به یک نتیجه تبدیل کنید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A341BB1-80FE-4483-85C3-FBFBAF3A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46685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ric">
            <a:extLst xmlns:a="http://schemas.openxmlformats.org/drawingml/2006/main">
              <a:ext uri="{FF2B5EF4-FFF2-40B4-BE49-F238E27FC236}">
                <a16:creationId xmlns:a16="http://schemas.microsoft.com/office/drawing/2014/main" id="{54BC37FE-B8CE-4C54-9597-52C1FB56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5314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900" b="1">
                <a:solidFill>
                  <a:srgbClr val="103A8C"/>
                </a:solidFill>
              </a:defRPr>
            </a:pPr>
            <a:r>
              <a:rPr sz="6900" b="1">
                <a:solidFill>
                  <a:srgbClr val="103A8C"/>
                </a:solidFill>
              </a:rPr>
              <a:t>٪۷۲</a:t>
            </a:r>
          </a:p>
        </p:txBody>
      </p:sp>
      <p:sp>
        <p:nvSpPr>
          <p:cNvPr id="5" name="metric-caption">
            <a:extLst xmlns:a="http://schemas.openxmlformats.org/drawingml/2006/main">
              <a:ext uri="{FF2B5EF4-FFF2-40B4-BE49-F238E27FC236}">
                <a16:creationId xmlns:a16="http://schemas.microsoft.com/office/drawing/2014/main" id="{DF6906EF-7250-4C4C-B8C4-A159CD0C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531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0233F"/>
                </a:solidFill>
              </a:defRPr>
            </a:pPr>
            <a:r>
              <a:rPr sz="1950" b="1">
                <a:solidFill>
                  <a:srgbClr val="10233F"/>
                </a:solidFill>
              </a:rPr>
              <a:t>عنوان شاخص کلیدی</a:t>
            </a:r>
          </a:p>
        </p:txBody>
      </p:sp>
      <p:sp>
        <p:nvSpPr>
          <p:cNvPr id="6" name="metric-explain">
            <a:extLst xmlns:a="http://schemas.openxmlformats.org/drawingml/2006/main">
              <a:ext uri="{FF2B5EF4-FFF2-40B4-BE49-F238E27FC236}">
                <a16:creationId xmlns:a16="http://schemas.microsoft.com/office/drawing/2014/main" id="{8B5EF664-489D-4854-808F-FB0B96E3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5314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5758B"/>
                </a:solidFill>
              </a:defRPr>
            </a:pPr>
            <a:r>
              <a:rPr sz="1575" b="0">
                <a:solidFill>
                  <a:srgbClr val="65758B"/>
                </a:solidFill>
              </a:rPr>
              <a:t>یک توضیح کوتاه درباره چرایی اهمیت این عدد و اثری که بر تصمیم مخاطب دارد.</a:t>
            </a:r>
          </a:p>
        </p:txBody>
      </p:sp>
      <p:sp>
        <p:nvSpPr>
          <p:cNvPr id="7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1130DCD7-27C3-4DB5-BC48-8042FF6A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381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9E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upporting-title">
            <a:extLst xmlns:a="http://schemas.openxmlformats.org/drawingml/2006/main">
              <a:ext uri="{FF2B5EF4-FFF2-40B4-BE49-F238E27FC236}">
                <a16:creationId xmlns:a16="http://schemas.microsoft.com/office/drawing/2014/main" id="{FCAABC67-1E02-4101-A4AD-68399F64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233F"/>
                </a:solidFill>
              </a:defRPr>
            </a:pPr>
            <a:r>
              <a:rPr sz="1800" b="1">
                <a:solidFill>
                  <a:srgbClr val="10233F"/>
                </a:solidFill>
              </a:rPr>
              <a:t>زمینه عدد</a:t>
            </a:r>
          </a:p>
        </p:txBody>
      </p:sp>
      <p:sp>
        <p:nvSpPr>
          <p:cNvPr id="9" name="supporting-copy">
            <a:extLst xmlns:a="http://schemas.openxmlformats.org/drawingml/2006/main">
              <a:ext uri="{FF2B5EF4-FFF2-40B4-BE49-F238E27FC236}">
                <a16:creationId xmlns:a16="http://schemas.microsoft.com/office/drawing/2014/main" id="{6B923928-707A-4987-8355-3F9E1549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05150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233F"/>
                </a:solidFill>
              </a:defRPr>
            </a:pPr>
            <a:r>
              <a:rPr sz="1500" b="0">
                <a:solidFill>
                  <a:srgbClr val="10233F"/>
                </a:solidFill>
              </a:rPr>
              <a:t>دوره زمانی، جامعه آماری یا مقایسه مرجع را در این بخش بنویسید.</a:t>
            </a:r>
          </a:p>
        </p:txBody>
      </p:sp>
      <p:sp>
        <p:nvSpPr>
          <p:cNvPr id="1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5116D4A-9785-4641-B90F-3D43A142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8B"/>
                </a:solidFill>
              </a:defRPr>
            </a:pPr>
            <a:r>
              <a:rPr sz="900" b="0">
                <a:solidFill>
                  <a:srgbClr val="65758B"/>
                </a:solidFill>
              </a:rPr>
              <a:t>قالب چندمنظوره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DE4E65A-A889-4BAB-BB2F-210D43CF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58B"/>
                </a:solidFill>
              </a:defRPr>
            </a:pPr>
            <a:r>
              <a:rPr sz="900" b="1">
                <a:solidFill>
                  <a:srgbClr val="6575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46811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387F647B-8268-43F5-9CE8-44C0F8A6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59B7"/>
                </a:solidFill>
              </a:defRPr>
            </a:pPr>
            <a:r>
              <a:rPr sz="1125" b="1">
                <a:solidFill>
                  <a:srgbClr val="1659B7"/>
                </a:solidFill>
              </a:rPr>
              <a:t>گدارAI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FFCFE9-02B7-48A5-8FEB-97AE09A8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42950"/>
            <a:ext cx="721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دو گزینه را با معیار مشترک مقایسه کنید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32B476E-30B3-4BF9-BAD2-1A06B286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46685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option">
            <a:extLst xmlns:a="http://schemas.openxmlformats.org/drawingml/2006/main">
              <a:ext uri="{FF2B5EF4-FFF2-40B4-BE49-F238E27FC236}">
                <a16:creationId xmlns:a16="http://schemas.microsoft.com/office/drawing/2014/main" id="{CC536D7B-1A28-4DFC-8010-1930F8BA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31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03A8C"/>
                </a:solidFill>
              </a:defRPr>
            </a:pPr>
            <a:r>
              <a:rPr sz="2100" b="1">
                <a:solidFill>
                  <a:srgbClr val="103A8C"/>
                </a:solidFill>
              </a:rPr>
              <a:t>گزینه الف</a:t>
            </a:r>
          </a:p>
        </p:txBody>
      </p:sp>
      <p:sp>
        <p:nvSpPr>
          <p:cNvPr id="5" name="right-option">
            <a:extLst xmlns:a="http://schemas.openxmlformats.org/drawingml/2006/main">
              <a:ext uri="{FF2B5EF4-FFF2-40B4-BE49-F238E27FC236}">
                <a16:creationId xmlns:a16="http://schemas.microsoft.com/office/drawing/2014/main" id="{2FF0A85C-2D9D-4F73-963F-DD5C7A20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31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659B7"/>
                </a:solidFill>
              </a:defRPr>
            </a:pPr>
            <a:r>
              <a:rPr sz="2100" b="1">
                <a:solidFill>
                  <a:srgbClr val="1659B7"/>
                </a:solidFill>
              </a:rPr>
              <a:t>گزینه ب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E5650459-07D8-4A92-929C-D008F886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85950"/>
            <a:ext cx="190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-0">
            <a:extLst xmlns:a="http://schemas.openxmlformats.org/drawingml/2006/main">
              <a:ext uri="{FF2B5EF4-FFF2-40B4-BE49-F238E27FC236}">
                <a16:creationId xmlns:a16="http://schemas.microsoft.com/office/drawing/2014/main" id="{CD36E01D-2B65-4B1F-ACDD-8EDA4DB7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531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233F"/>
                </a:solidFill>
              </a:defRPr>
            </a:pPr>
            <a:r>
              <a:rPr sz="1575" b="0">
                <a:solidFill>
                  <a:srgbClr val="10233F"/>
                </a:solidFill>
              </a:rPr>
              <a:t>—  مزیت یا ویژگی اول</a:t>
            </a:r>
          </a:p>
        </p:txBody>
      </p:sp>
      <p:sp>
        <p:nvSpPr>
          <p:cNvPr id="8" name="a-1">
            <a:extLst xmlns:a="http://schemas.openxmlformats.org/drawingml/2006/main">
              <a:ext uri="{FF2B5EF4-FFF2-40B4-BE49-F238E27FC236}">
                <a16:creationId xmlns:a16="http://schemas.microsoft.com/office/drawing/2014/main" id="{DDE31358-7D12-40D3-B71F-CD344C90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9950"/>
            <a:ext cx="531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233F"/>
                </a:solidFill>
              </a:defRPr>
            </a:pPr>
            <a:r>
              <a:rPr sz="1575" b="0">
                <a:solidFill>
                  <a:srgbClr val="10233F"/>
                </a:solidFill>
              </a:rPr>
              <a:t>—  مزیت یا ویژگی دوم</a:t>
            </a:r>
          </a:p>
        </p:txBody>
      </p:sp>
      <p:sp>
        <p:nvSpPr>
          <p:cNvPr id="9" name="a-2">
            <a:extLst xmlns:a="http://schemas.openxmlformats.org/drawingml/2006/main">
              <a:ext uri="{FF2B5EF4-FFF2-40B4-BE49-F238E27FC236}">
                <a16:creationId xmlns:a16="http://schemas.microsoft.com/office/drawing/2014/main" id="{78A44061-72E7-4776-B77F-52948423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31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233F"/>
                </a:solidFill>
              </a:defRPr>
            </a:pPr>
            <a:r>
              <a:rPr sz="1575" b="0">
                <a:solidFill>
                  <a:srgbClr val="10233F"/>
                </a:solidFill>
              </a:rPr>
              <a:t>—  محدودیت مهم</a:t>
            </a:r>
          </a:p>
        </p:txBody>
      </p:sp>
      <p:sp>
        <p:nvSpPr>
          <p:cNvPr id="10" name="b-0">
            <a:extLst xmlns:a="http://schemas.openxmlformats.org/drawingml/2006/main">
              <a:ext uri="{FF2B5EF4-FFF2-40B4-BE49-F238E27FC236}">
                <a16:creationId xmlns:a16="http://schemas.microsoft.com/office/drawing/2014/main" id="{4DCE7F9B-7F16-4404-8574-6C149D7C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31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233F"/>
                </a:solidFill>
              </a:defRPr>
            </a:pPr>
            <a:r>
              <a:rPr sz="1575" b="0">
                <a:solidFill>
                  <a:srgbClr val="10233F"/>
                </a:solidFill>
              </a:rPr>
              <a:t>—  مزیت یا ویژگی اول</a:t>
            </a:r>
          </a:p>
        </p:txBody>
      </p:sp>
      <p:sp>
        <p:nvSpPr>
          <p:cNvPr id="11" name="b-1">
            <a:extLst xmlns:a="http://schemas.openxmlformats.org/drawingml/2006/main">
              <a:ext uri="{FF2B5EF4-FFF2-40B4-BE49-F238E27FC236}">
                <a16:creationId xmlns:a16="http://schemas.microsoft.com/office/drawing/2014/main" id="{F17DF223-70BF-4E04-AE53-1B8DDD3B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531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233F"/>
                </a:solidFill>
              </a:defRPr>
            </a:pPr>
            <a:r>
              <a:rPr sz="1575" b="0">
                <a:solidFill>
                  <a:srgbClr val="10233F"/>
                </a:solidFill>
              </a:rPr>
              <a:t>—  مزیت یا ویژگی دوم</a:t>
            </a:r>
          </a:p>
        </p:txBody>
      </p:sp>
      <p:sp>
        <p:nvSpPr>
          <p:cNvPr id="12" name="b-2">
            <a:extLst xmlns:a="http://schemas.openxmlformats.org/drawingml/2006/main">
              <a:ext uri="{FF2B5EF4-FFF2-40B4-BE49-F238E27FC236}">
                <a16:creationId xmlns:a16="http://schemas.microsoft.com/office/drawing/2014/main" id="{B50025E8-8F1B-414F-8986-E5C355E3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31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233F"/>
                </a:solidFill>
              </a:defRPr>
            </a:pPr>
            <a:r>
              <a:rPr sz="1575" b="0">
                <a:solidFill>
                  <a:srgbClr val="10233F"/>
                </a:solidFill>
              </a:rPr>
              <a:t>—  محدودیت مهم</a:t>
            </a:r>
          </a:p>
        </p:txBody>
      </p:sp>
      <p:sp>
        <p:nvSpPr>
          <p:cNvPr id="1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DEFA40C-2E7D-470A-8C72-78E67462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8B"/>
                </a:solidFill>
              </a:defRPr>
            </a:pPr>
            <a:r>
              <a:rPr sz="900" b="0">
                <a:solidFill>
                  <a:srgbClr val="65758B"/>
                </a:solidFill>
              </a:rPr>
              <a:t>قالب چندمنظوره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5EA3E77-17A3-4A08-82B0-1994B572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58B"/>
                </a:solidFill>
              </a:defRPr>
            </a:pPr>
            <a:r>
              <a:rPr sz="900" b="1">
                <a:solidFill>
                  <a:srgbClr val="6575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823308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BDC6911F-4DC4-415F-B67C-CC3A5ACC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59B7"/>
                </a:solidFill>
              </a:defRPr>
            </a:pPr>
            <a:r>
              <a:rPr sz="1125" b="1">
                <a:solidFill>
                  <a:srgbClr val="1659B7"/>
                </a:solidFill>
              </a:rPr>
              <a:t>گدارAI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636914-0D08-4F07-A6D1-8E960CE2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42950"/>
            <a:ext cx="721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فرایند را در چهار گام نشان دهید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5D6C68A-0A51-4395-9DB3-7029D157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46685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cess-line">
            <a:extLst xmlns:a="http://schemas.openxmlformats.org/drawingml/2006/main">
              <a:ext uri="{FF2B5EF4-FFF2-40B4-BE49-F238E27FC236}">
                <a16:creationId xmlns:a16="http://schemas.microsoft.com/office/drawing/2014/main" id="{B74AB8D9-3DDB-44EF-8EC7-D77FDE29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9334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dot-0">
            <a:extLst xmlns:a="http://schemas.openxmlformats.org/drawingml/2006/main">
              <a:ext uri="{FF2B5EF4-FFF2-40B4-BE49-F238E27FC236}">
                <a16:creationId xmlns:a16="http://schemas.microsoft.com/office/drawing/2014/main" id="{744649A3-3175-44A1-A16C-951C2472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14675"/>
            <a:ext cx="57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3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um-0">
            <a:extLst xmlns:a="http://schemas.openxmlformats.org/drawingml/2006/main">
              <a:ext uri="{FF2B5EF4-FFF2-40B4-BE49-F238E27FC236}">
                <a16:creationId xmlns:a16="http://schemas.microsoft.com/office/drawing/2014/main" id="{5B29FC2B-4811-4683-BB56-8DBAA303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146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۰۱</a:t>
            </a:r>
          </a:p>
        </p:txBody>
      </p:sp>
      <p:sp>
        <p:nvSpPr>
          <p:cNvPr id="7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0E6BFA94-B897-4E63-A554-BF441BC1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</a:defRPr>
            </a:pPr>
            <a:r>
              <a:rPr sz="1800" b="1">
                <a:solidFill>
                  <a:srgbClr val="10233F"/>
                </a:solidFill>
              </a:rPr>
              <a:t>کشف</a:t>
            </a:r>
          </a:p>
        </p:txBody>
      </p:sp>
      <p:sp>
        <p:nvSpPr>
          <p:cNvPr id="8" name="step-copy-0">
            <a:extLst xmlns:a="http://schemas.openxmlformats.org/drawingml/2006/main">
              <a:ext uri="{FF2B5EF4-FFF2-40B4-BE49-F238E27FC236}">
                <a16:creationId xmlns:a16="http://schemas.microsoft.com/office/drawing/2014/main" id="{A200172D-0C22-44F7-8421-8675A0B7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958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58B"/>
                </a:solidFill>
              </a:defRPr>
            </a:pPr>
            <a:r>
              <a:rPr sz="1200" b="0">
                <a:solidFill>
                  <a:srgbClr val="65758B"/>
                </a:solidFill>
              </a:rPr>
              <a:t>توضیح کوتاه این مرحله</a:t>
            </a:r>
          </a:p>
        </p:txBody>
      </p:sp>
      <p:sp>
        <p:nvSpPr>
          <p:cNvPr id="9" name="step-dot-1">
            <a:extLst xmlns:a="http://schemas.openxmlformats.org/drawingml/2006/main">
              <a:ext uri="{FF2B5EF4-FFF2-40B4-BE49-F238E27FC236}">
                <a16:creationId xmlns:a16="http://schemas.microsoft.com/office/drawing/2014/main" id="{6E007F84-E99A-44DD-A34B-F17EB712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14675"/>
            <a:ext cx="57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3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um-1">
            <a:extLst xmlns:a="http://schemas.openxmlformats.org/drawingml/2006/main">
              <a:ext uri="{FF2B5EF4-FFF2-40B4-BE49-F238E27FC236}">
                <a16:creationId xmlns:a16="http://schemas.microsoft.com/office/drawing/2014/main" id="{EABCFDFF-0837-453F-A7C1-EC918163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146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۰۲</a:t>
            </a:r>
          </a:p>
        </p:txBody>
      </p:sp>
      <p:sp>
        <p:nvSpPr>
          <p:cNvPr id="11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D997F7F6-C80B-4E22-ACB0-19F5983A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005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</a:defRPr>
            </a:pPr>
            <a:r>
              <a:rPr sz="1800" b="1">
                <a:solidFill>
                  <a:srgbClr val="10233F"/>
                </a:solidFill>
              </a:rPr>
              <a:t>طراحی</a:t>
            </a:r>
          </a:p>
        </p:txBody>
      </p:sp>
      <p:sp>
        <p:nvSpPr>
          <p:cNvPr id="12" name="step-copy-1">
            <a:extLst xmlns:a="http://schemas.openxmlformats.org/drawingml/2006/main">
              <a:ext uri="{FF2B5EF4-FFF2-40B4-BE49-F238E27FC236}">
                <a16:creationId xmlns:a16="http://schemas.microsoft.com/office/drawing/2014/main" id="{7BF3C089-0B22-4AE9-A644-115EC544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958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58B"/>
                </a:solidFill>
              </a:defRPr>
            </a:pPr>
            <a:r>
              <a:rPr sz="1200" b="0">
                <a:solidFill>
                  <a:srgbClr val="65758B"/>
                </a:solidFill>
              </a:rPr>
              <a:t>توضیح کوتاه این مرحله</a:t>
            </a:r>
          </a:p>
        </p:txBody>
      </p:sp>
      <p:sp>
        <p:nvSpPr>
          <p:cNvPr id="13" name="step-dot-2">
            <a:extLst xmlns:a="http://schemas.openxmlformats.org/drawingml/2006/main">
              <a:ext uri="{FF2B5EF4-FFF2-40B4-BE49-F238E27FC236}">
                <a16:creationId xmlns:a16="http://schemas.microsoft.com/office/drawing/2014/main" id="{82D35CCF-2171-4602-9977-F70CF55F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14675"/>
            <a:ext cx="57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3A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um-2">
            <a:extLst xmlns:a="http://schemas.openxmlformats.org/drawingml/2006/main">
              <a:ext uri="{FF2B5EF4-FFF2-40B4-BE49-F238E27FC236}">
                <a16:creationId xmlns:a16="http://schemas.microsoft.com/office/drawing/2014/main" id="{E8BCDCEE-5981-47D5-B61E-F7C0EDF0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146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۰۳</a:t>
            </a:r>
          </a:p>
        </p:txBody>
      </p:sp>
      <p:sp>
        <p:nvSpPr>
          <p:cNvPr id="15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3663066-71F8-4050-9557-B83E7444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</a:defRPr>
            </a:pPr>
            <a:r>
              <a:rPr sz="1800" b="1">
                <a:solidFill>
                  <a:srgbClr val="10233F"/>
                </a:solidFill>
              </a:rPr>
              <a:t>اجرا</a:t>
            </a:r>
          </a:p>
        </p:txBody>
      </p:sp>
      <p:sp>
        <p:nvSpPr>
          <p:cNvPr id="16" name="step-copy-2">
            <a:extLst xmlns:a="http://schemas.openxmlformats.org/drawingml/2006/main">
              <a:ext uri="{FF2B5EF4-FFF2-40B4-BE49-F238E27FC236}">
                <a16:creationId xmlns:a16="http://schemas.microsoft.com/office/drawing/2014/main" id="{028278BB-FD96-4C88-9F1B-C4737A73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958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58B"/>
                </a:solidFill>
              </a:defRPr>
            </a:pPr>
            <a:r>
              <a:rPr sz="1200" b="0">
                <a:solidFill>
                  <a:srgbClr val="65758B"/>
                </a:solidFill>
              </a:rPr>
              <a:t>توضیح کوتاه این مرحله</a:t>
            </a:r>
          </a:p>
        </p:txBody>
      </p:sp>
      <p:sp>
        <p:nvSpPr>
          <p:cNvPr id="17" name="step-dot-3">
            <a:extLst xmlns:a="http://schemas.openxmlformats.org/drawingml/2006/main">
              <a:ext uri="{FF2B5EF4-FFF2-40B4-BE49-F238E27FC236}">
                <a16:creationId xmlns:a16="http://schemas.microsoft.com/office/drawing/2014/main" id="{CC573145-3F23-479C-A600-90A6C8B8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14675"/>
            <a:ext cx="57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3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num-3">
            <a:extLst xmlns:a="http://schemas.openxmlformats.org/drawingml/2006/main">
              <a:ext uri="{FF2B5EF4-FFF2-40B4-BE49-F238E27FC236}">
                <a16:creationId xmlns:a16="http://schemas.microsoft.com/office/drawing/2014/main" id="{4C5DB83E-E65F-425A-9B93-F5507A44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146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۰۴</a:t>
            </a:r>
          </a:p>
        </p:txBody>
      </p:sp>
      <p:sp>
        <p:nvSpPr>
          <p:cNvPr id="19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83346164-8CE6-4531-80CB-E70453F6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</a:defRPr>
            </a:pPr>
            <a:r>
              <a:rPr sz="1800" b="1">
                <a:solidFill>
                  <a:srgbClr val="10233F"/>
                </a:solidFill>
              </a:rPr>
              <a:t>یادگیری</a:t>
            </a:r>
          </a:p>
        </p:txBody>
      </p:sp>
      <p:sp>
        <p:nvSpPr>
          <p:cNvPr id="20" name="step-copy-3">
            <a:extLst xmlns:a="http://schemas.openxmlformats.org/drawingml/2006/main">
              <a:ext uri="{FF2B5EF4-FFF2-40B4-BE49-F238E27FC236}">
                <a16:creationId xmlns:a16="http://schemas.microsoft.com/office/drawing/2014/main" id="{D6A42125-53A6-4A3C-B84B-5ACD2153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958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58B"/>
                </a:solidFill>
              </a:defRPr>
            </a:pPr>
            <a:r>
              <a:rPr sz="1200" b="0">
                <a:solidFill>
                  <a:srgbClr val="65758B"/>
                </a:solidFill>
              </a:rPr>
              <a:t>توضیح کوتاه این مرحله</a:t>
            </a:r>
          </a:p>
        </p:txBody>
      </p:sp>
      <p:sp>
        <p:nvSpPr>
          <p:cNvPr id="2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4811858-DEFF-4BF1-9584-9CD0EF41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8B"/>
                </a:solidFill>
              </a:defRPr>
            </a:pPr>
            <a:r>
              <a:rPr sz="900" b="0">
                <a:solidFill>
                  <a:srgbClr val="65758B"/>
                </a:solidFill>
              </a:rPr>
              <a:t>قالب چندمنظوره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590164-CBDD-4247-8D34-59826CD8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58B"/>
                </a:solidFill>
              </a:defRPr>
            </a:pPr>
            <a:r>
              <a:rPr sz="900" b="1">
                <a:solidFill>
                  <a:srgbClr val="6575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978516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141D696A-0F0D-40B6-8A49-2E8C6FA2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59B7"/>
                </a:solidFill>
              </a:defRPr>
            </a:pPr>
            <a:r>
              <a:rPr sz="1125" b="1">
                <a:solidFill>
                  <a:srgbClr val="1659B7"/>
                </a:solidFill>
              </a:rPr>
              <a:t>گدارAI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4133C1-2125-4E3E-BC30-4A47159A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42950"/>
            <a:ext cx="721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روند داده باید پیام اسلاید را پشتیبانی کند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25A3B19-69D6-45BB-A350-CEDF04CB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46685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9B7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1981200"/>
          <a:ext xmlns:a="http://schemas.openxmlformats.org/drawingml/2006/main" cx="723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a0c74008be48b5"/>
          </a:graphicData>
        </a:graphic>
      </p:graphicFrame>
      <p:sp>
        <p:nvSpPr>
          <p:cNvPr id="5" name="chart-takeaway">
            <a:extLst xmlns:a="http://schemas.openxmlformats.org/drawingml/2006/main">
              <a:ext uri="{FF2B5EF4-FFF2-40B4-BE49-F238E27FC236}">
                <a16:creationId xmlns:a16="http://schemas.microsoft.com/office/drawing/2014/main" id="{6D36C526-5169-4611-9537-1F575D1D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3A8C"/>
                </a:solidFill>
              </a:defRPr>
            </a:pPr>
            <a:r>
              <a:rPr sz="2550" b="1">
                <a:solidFill>
                  <a:srgbClr val="103A8C"/>
                </a:solidFill>
              </a:rPr>
              <a:t>رشد پایدار</a:t>
            </a:r>
          </a:p>
          <a:p xmlns:a="http://schemas.openxmlformats.org/drawingml/2006/main">
            <a:pPr algn="r">
              <a:defRPr sz="2550" b="1">
                <a:solidFill>
                  <a:srgbClr val="103A8C"/>
                </a:solidFill>
              </a:defRPr>
            </a:pPr>
            <a:r>
              <a:rPr sz="2550" b="1">
                <a:solidFill>
                  <a:srgbClr val="103A8C"/>
                </a:solidFill>
              </a:rPr>
              <a:t>در دوره چهارم</a:t>
            </a:r>
          </a:p>
        </p:txBody>
      </p:sp>
      <p:sp>
        <p:nvSpPr>
          <p:cNvPr id="6" name="chart-context">
            <a:extLst xmlns:a="http://schemas.openxmlformats.org/drawingml/2006/main">
              <a:ext uri="{FF2B5EF4-FFF2-40B4-BE49-F238E27FC236}">
                <a16:creationId xmlns:a16="http://schemas.microsoft.com/office/drawing/2014/main" id="{7B797351-1BD8-491A-A90F-80C99600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312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58B"/>
                </a:solidFill>
              </a:defRPr>
            </a:pPr>
            <a:r>
              <a:rPr sz="1500" b="0">
                <a:solidFill>
                  <a:srgbClr val="65758B"/>
                </a:solidFill>
              </a:rPr>
              <a:t>نتیجه نمودار را در یک یا دو جمله تفسیر کنید؛ فقط داده را تکرار نکنید.</a:t>
            </a:r>
          </a:p>
        </p:txBody>
      </p:sp>
      <p:sp>
        <p:nvSpPr>
          <p:cNvPr id="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129DE6A-AE45-4256-AE08-2BFBEBEF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8B"/>
                </a:solidFill>
              </a:defRPr>
            </a:pPr>
            <a:r>
              <a:rPr sz="900" b="0">
                <a:solidFill>
                  <a:srgbClr val="65758B"/>
                </a:solidFill>
              </a:rPr>
              <a:t>قالب چندمنظوره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B37E165-A74B-4E39-A5D4-900A82FF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58B"/>
                </a:solidFill>
              </a:defRPr>
            </a:pPr>
            <a:r>
              <a:rPr sz="900" b="1">
                <a:solidFill>
                  <a:srgbClr val="6575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601206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icker">
            <a:extLst xmlns:a="http://schemas.openxmlformats.org/drawingml/2006/main">
              <a:ext uri="{FF2B5EF4-FFF2-40B4-BE49-F238E27FC236}">
                <a16:creationId xmlns:a16="http://schemas.microsoft.com/office/drawing/2014/main" id="{4AC7E2D0-339F-493A-BFAC-647A41BA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59B7"/>
                </a:solidFill>
              </a:defRPr>
            </a:pPr>
            <a:r>
              <a:rPr sz="1125" b="1">
                <a:solidFill>
                  <a:srgbClr val="1659B7"/>
                </a:solidFill>
              </a:rPr>
              <a:t>گدارAI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C9FDAE-CA99-41B0-8002-A5DDC62A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42950"/>
            <a:ext cx="721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اطلاعات ساختاریافته را ساده و خوانا نگه دارید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36B6F6A-E93F-4BB6-9793-F5499687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46685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9B7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785813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معیار</a:t>
                      </a:r>
                    </a:p>
                  </a:txBody>
                  <a:tcPr marL="91440" marR="91440" marT="45720" marB="45720">
                    <a:solidFill>
                      <a:srgbClr val="1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گزینه الف</a:t>
                      </a:r>
                    </a:p>
                  </a:txBody>
                  <a:tcPr marL="91440" marR="91440" marT="45720" marB="45720">
                    <a:solidFill>
                      <a:srgbClr val="1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گزینه ب</a:t>
                      </a:r>
                    </a:p>
                  </a:txBody>
                  <a:tcPr marL="91440" marR="91440" marT="45720" marB="45720">
                    <a:solidFill>
                      <a:srgbClr val="1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وضعیت</a:t>
                      </a:r>
                    </a:p>
                  </a:txBody>
                  <a:tcPr marL="91440" marR="91440" marT="45720" marB="45720">
                    <a:solidFill>
                      <a:srgbClr val="103A8C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0233F"/>
                          </a:solidFill>
                        </a:rPr>
                        <a:t>معیار اول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0233F"/>
                          </a:solidFill>
                        </a:rPr>
                        <a:t>توضیح کوتاه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0233F"/>
                          </a:solidFill>
                        </a:rPr>
                        <a:t>توضیح کوتاه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0233F"/>
                          </a:solidFill>
                        </a:rPr>
                        <a:t>مناسب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0233F"/>
                          </a:solidFill>
                        </a:rPr>
                        <a:t>معیار دوم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0233F"/>
                          </a:solidFill>
                        </a:rPr>
                        <a:t>توضیح کوتاه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0233F"/>
                          </a:solidFill>
                        </a:rPr>
                        <a:t>توضیح کوتاه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0233F"/>
                          </a:solidFill>
                        </a:rPr>
                        <a:t>نیازمند بررسی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0233F"/>
                          </a:solidFill>
                        </a:rPr>
                        <a:t>معیار سوم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0233F"/>
                          </a:solidFill>
                        </a:rPr>
                        <a:t>توضیح کوتاه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0233F"/>
                          </a:solidFill>
                        </a:rPr>
                        <a:t>توضیح کوتاه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0233F"/>
                          </a:solidFill>
                        </a:rPr>
                        <a:t>مناسب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5750E78-1568-4440-9F91-C84A47CF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8B"/>
                </a:solidFill>
              </a:defRPr>
            </a:pPr>
            <a:r>
              <a:rPr sz="900" b="0">
                <a:solidFill>
                  <a:srgbClr val="65758B"/>
                </a:solidFill>
              </a:rPr>
              <a:t>قالب چندمنظوره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FA82E5-57D7-4DD3-A69D-326343DE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58B"/>
                </a:solidFill>
              </a:defRPr>
            </a:pPr>
            <a:r>
              <a:rPr sz="900" b="1">
                <a:solidFill>
                  <a:srgbClr val="6575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164120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quote-mark">
            <a:extLst xmlns:a="http://schemas.openxmlformats.org/drawingml/2006/main">
              <a:ext uri="{FF2B5EF4-FFF2-40B4-BE49-F238E27FC236}">
                <a16:creationId xmlns:a16="http://schemas.microsoft.com/office/drawing/2014/main" id="{3E4C0FE4-3AD6-4014-A681-F122FEAF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904875"/>
            <a:ext cx="142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800" b="1">
                <a:solidFill>
                  <a:srgbClr val="D9E9F2"/>
                </a:solidFill>
              </a:defRPr>
            </a:pPr>
            <a:r>
              <a:rPr sz="7800" b="1">
                <a:solidFill>
                  <a:srgbClr val="D9E9F2"/>
                </a:solidFill>
              </a:rPr>
              <a:t>“</a:t>
            </a:r>
          </a:p>
        </p:txBody>
      </p:sp>
      <p:sp>
        <p:nvSpPr>
          <p:cNvPr id="2" name="quote">
            <a:extLst xmlns:a="http://schemas.openxmlformats.org/drawingml/2006/main">
              <a:ext uri="{FF2B5EF4-FFF2-40B4-BE49-F238E27FC236}">
                <a16:creationId xmlns:a16="http://schemas.microsoft.com/office/drawing/2014/main" id="{8E28FC22-DBA3-46A4-AC8E-BBE3C43C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8191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یک نقل‌قول کوتاه و معنادار که پیام اصلی ارائه را انسانی‌تر و به‌یادماندنی‌تر می‌کند.</a:t>
            </a:r>
          </a:p>
        </p:txBody>
      </p:sp>
      <p:sp>
        <p:nvSpPr>
          <p:cNvPr id="3" name="quote-rule">
            <a:extLst xmlns:a="http://schemas.openxmlformats.org/drawingml/2006/main">
              <a:ext uri="{FF2B5EF4-FFF2-40B4-BE49-F238E27FC236}">
                <a16:creationId xmlns:a16="http://schemas.microsoft.com/office/drawing/2014/main" id="{BB2F2A83-6987-4FC3-9244-610624DB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43375"/>
            <a:ext cx="1524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ote-author">
            <a:extLst xmlns:a="http://schemas.openxmlformats.org/drawingml/2006/main">
              <a:ext uri="{FF2B5EF4-FFF2-40B4-BE49-F238E27FC236}">
                <a16:creationId xmlns:a16="http://schemas.microsoft.com/office/drawing/2014/main" id="{BFBC24D2-878C-42F7-AF5D-AE0894BB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243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5758B"/>
                </a:solidFill>
              </a:defRPr>
            </a:pPr>
            <a:r>
              <a:rPr sz="1350" b="0">
                <a:solidFill>
                  <a:srgbClr val="65758B"/>
                </a:solidFill>
              </a:rPr>
              <a:t>نام فرد  |  سمت یا سازمان</a:t>
            </a:r>
          </a:p>
        </p:txBody>
      </p:sp>
      <p:sp>
        <p:nvSpPr>
          <p:cNvPr id="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6F51478-D1FF-477E-A34F-4CD3CD62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8B"/>
                </a:solidFill>
              </a:defRPr>
            </a:pPr>
            <a:r>
              <a:rPr sz="900" b="0">
                <a:solidFill>
                  <a:srgbClr val="65758B"/>
                </a:solidFill>
              </a:rPr>
              <a:t>قالب چندمنظوره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D10E1B0-7584-4C60-8134-FBC1CC52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58B"/>
                </a:solidFill>
              </a:defRPr>
            </a:pPr>
            <a:r>
              <a:rPr sz="900" b="1">
                <a:solidFill>
                  <a:srgbClr val="6575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646279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8137F74D-1D57-46EE-91C2-8B062864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59B7"/>
                </a:solidFill>
              </a:defRPr>
            </a:pPr>
            <a:r>
              <a:rPr sz="1125" b="1">
                <a:solidFill>
                  <a:srgbClr val="1659B7"/>
                </a:solidFill>
              </a:rPr>
              <a:t>گدارAI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47DFC4-9D1E-4EE0-9F08-7468C5C4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42950"/>
            <a:ext cx="721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گام‌های بعدی را مشخص و قابل‌اقدام کنید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F5492BA-E9B5-4CAC-8484-8B16E688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46685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5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e-0">
            <a:extLst xmlns:a="http://schemas.openxmlformats.org/drawingml/2006/main">
              <a:ext uri="{FF2B5EF4-FFF2-40B4-BE49-F238E27FC236}">
                <a16:creationId xmlns:a16="http://schemas.microsoft.com/office/drawing/2014/main" id="{ED925A1F-4AF4-4C56-9E57-E945943F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47875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3A8C"/>
                </a:solidFill>
              </a:defRPr>
            </a:pPr>
            <a:r>
              <a:rPr sz="1800" b="1">
                <a:solidFill>
                  <a:srgbClr val="103A8C"/>
                </a:solidFill>
              </a:rPr>
              <a:t>این هفته</a:t>
            </a:r>
          </a:p>
        </p:txBody>
      </p:sp>
      <p:sp>
        <p:nvSpPr>
          <p:cNvPr id="5" name="action-0">
            <a:extLst xmlns:a="http://schemas.openxmlformats.org/drawingml/2006/main">
              <a:ext uri="{FF2B5EF4-FFF2-40B4-BE49-F238E27FC236}">
                <a16:creationId xmlns:a16="http://schemas.microsoft.com/office/drawing/2014/main" id="{9DB855BA-AE7F-4C8C-A920-4A8B72D6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47875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233F"/>
                </a:solidFill>
              </a:defRPr>
            </a:pPr>
            <a:r>
              <a:rPr sz="1725" b="1">
                <a:solidFill>
                  <a:srgbClr val="10233F"/>
                </a:solidFill>
              </a:rPr>
              <a:t>تأیید جهت‌گیری و مالک هر اقدام</a:t>
            </a:r>
          </a:p>
        </p:txBody>
      </p:sp>
      <p:sp>
        <p:nvSpPr>
          <p:cNvPr id="6" name="next-line-0">
            <a:extLst xmlns:a="http://schemas.openxmlformats.org/drawingml/2006/main">
              <a:ext uri="{FF2B5EF4-FFF2-40B4-BE49-F238E27FC236}">
                <a16:creationId xmlns:a16="http://schemas.microsoft.com/office/drawing/2014/main" id="{3D042C33-C1E8-42CF-8F28-8222BD18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33675"/>
            <a:ext cx="912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-1">
            <a:extLst xmlns:a="http://schemas.openxmlformats.org/drawingml/2006/main">
              <a:ext uri="{FF2B5EF4-FFF2-40B4-BE49-F238E27FC236}">
                <a16:creationId xmlns:a16="http://schemas.microsoft.com/office/drawing/2014/main" id="{3C5654F4-FEBA-4899-815F-96525A63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71825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659B7"/>
                </a:solidFill>
              </a:defRPr>
            </a:pPr>
            <a:r>
              <a:rPr sz="1800" b="1">
                <a:solidFill>
                  <a:srgbClr val="1659B7"/>
                </a:solidFill>
              </a:rPr>
              <a:t>۳۰ روز</a:t>
            </a:r>
          </a:p>
        </p:txBody>
      </p:sp>
      <p:sp>
        <p:nvSpPr>
          <p:cNvPr id="8" name="action-1">
            <a:extLst xmlns:a="http://schemas.openxmlformats.org/drawingml/2006/main">
              <a:ext uri="{FF2B5EF4-FFF2-40B4-BE49-F238E27FC236}">
                <a16:creationId xmlns:a16="http://schemas.microsoft.com/office/drawing/2014/main" id="{313F3CF1-37C5-48AC-AF49-93D83B81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71825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233F"/>
                </a:solidFill>
              </a:defRPr>
            </a:pPr>
            <a:r>
              <a:rPr sz="1725" b="0">
                <a:solidFill>
                  <a:srgbClr val="10233F"/>
                </a:solidFill>
              </a:rPr>
              <a:t>اجرای نسخه نخست و سنجش بازخورد</a:t>
            </a:r>
          </a:p>
        </p:txBody>
      </p:sp>
      <p:sp>
        <p:nvSpPr>
          <p:cNvPr id="9" name="next-line-1">
            <a:extLst xmlns:a="http://schemas.openxmlformats.org/drawingml/2006/main">
              <a:ext uri="{FF2B5EF4-FFF2-40B4-BE49-F238E27FC236}">
                <a16:creationId xmlns:a16="http://schemas.microsoft.com/office/drawing/2014/main" id="{B115CF0F-B0FF-4CE3-BD98-D47A23F2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57625"/>
            <a:ext cx="912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me-2">
            <a:extLst xmlns:a="http://schemas.openxmlformats.org/drawingml/2006/main">
              <a:ext uri="{FF2B5EF4-FFF2-40B4-BE49-F238E27FC236}">
                <a16:creationId xmlns:a16="http://schemas.microsoft.com/office/drawing/2014/main" id="{6A0AAAE5-A97A-4325-A9A3-87339F00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95775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659B7"/>
                </a:solidFill>
              </a:defRPr>
            </a:pPr>
            <a:r>
              <a:rPr sz="1800" b="1">
                <a:solidFill>
                  <a:srgbClr val="1659B7"/>
                </a:solidFill>
              </a:rPr>
              <a:t>۹۰ روز</a:t>
            </a:r>
          </a:p>
        </p:txBody>
      </p:sp>
      <p:sp>
        <p:nvSpPr>
          <p:cNvPr id="11" name="action-2">
            <a:extLst xmlns:a="http://schemas.openxmlformats.org/drawingml/2006/main">
              <a:ext uri="{FF2B5EF4-FFF2-40B4-BE49-F238E27FC236}">
                <a16:creationId xmlns:a16="http://schemas.microsoft.com/office/drawing/2014/main" id="{13737900-8B29-485C-A03A-470551F4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95775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233F"/>
                </a:solidFill>
              </a:defRPr>
            </a:pPr>
            <a:r>
              <a:rPr sz="1725" b="0">
                <a:solidFill>
                  <a:srgbClr val="10233F"/>
                </a:solidFill>
              </a:rPr>
              <a:t>تصمیم درباره توسعه و مقیاس‌پذیری</a:t>
            </a:r>
          </a:p>
        </p:txBody>
      </p:sp>
      <p:sp>
        <p:nvSpPr>
          <p:cNvPr id="12" name="next-line-2">
            <a:extLst xmlns:a="http://schemas.openxmlformats.org/drawingml/2006/main">
              <a:ext uri="{FF2B5EF4-FFF2-40B4-BE49-F238E27FC236}">
                <a16:creationId xmlns:a16="http://schemas.microsoft.com/office/drawing/2014/main" id="{3EFA7FD5-9E51-42CF-BF03-1B512930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81575"/>
            <a:ext cx="912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20D2EBA-D189-4E29-839E-D81A6857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8B"/>
                </a:solidFill>
              </a:defRPr>
            </a:pPr>
            <a:r>
              <a:rPr sz="900" b="0">
                <a:solidFill>
                  <a:srgbClr val="65758B"/>
                </a:solidFill>
              </a:rPr>
              <a:t>قالب چندمنظوره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9386135-A3DA-4E49-BE91-0BDFD954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58B"/>
                </a:solidFill>
              </a:defRPr>
            </a:pPr>
            <a:r>
              <a:rPr sz="900" b="1">
                <a:solidFill>
                  <a:srgbClr val="6575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380608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0426de94f4a3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17D4BA37-52A6-4FA3-8138-5A5ED92F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233F"/>
                </a:solidFill>
              </a:defRPr>
            </a:pPr>
            <a:r>
              <a:rPr sz="3750" b="1">
                <a:solidFill>
                  <a:srgbClr val="10233F"/>
                </a:solidFill>
              </a:rPr>
              <a:t>جمع‌بندی یا</a:t>
            </a:r>
          </a:p>
          <a:p xmlns:a="http://schemas.openxmlformats.org/drawingml/2006/main">
            <a:pPr algn="r">
              <a:defRPr sz="3750" b="1">
                <a:solidFill>
                  <a:srgbClr val="10233F"/>
                </a:solidFill>
              </a:defRPr>
            </a:pPr>
            <a:r>
              <a:rPr sz="3750" b="1">
                <a:solidFill>
                  <a:srgbClr val="10233F"/>
                </a:solidFill>
              </a:rPr>
              <a:t>دعوت به اقدام</a:t>
            </a:r>
          </a:p>
        </p:txBody>
      </p:sp>
      <p:sp>
        <p:nvSpPr>
          <p:cNvPr id="3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D5F895FE-A50C-4B02-8726-9598A906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5758B"/>
                </a:solidFill>
              </a:defRPr>
            </a:pPr>
            <a:r>
              <a:rPr sz="1650" b="0">
                <a:solidFill>
                  <a:srgbClr val="65758B"/>
                </a:solidFill>
              </a:rPr>
              <a:t>یک جمله روشن برای بستن ارائه و هدایت گفت‌وگوی بعدی.</a:t>
            </a:r>
          </a:p>
        </p:txBody>
      </p:sp>
      <p:sp>
        <p:nvSpPr>
          <p:cNvPr id="4" name="contact">
            <a:extLst xmlns:a="http://schemas.openxmlformats.org/drawingml/2006/main">
              <a:ext uri="{FF2B5EF4-FFF2-40B4-BE49-F238E27FC236}">
                <a16:creationId xmlns:a16="http://schemas.microsoft.com/office/drawing/2014/main" id="{B7922D10-B6AE-4C30-8ED6-19E45FCC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F"/>
                </a:solidFill>
              </a:defRPr>
            </a:pPr>
            <a:r>
              <a:rPr sz="1200" b="0">
                <a:solidFill>
                  <a:srgbClr val="10233F"/>
                </a:solidFill>
              </a:rPr>
              <a:t>godarai.com  |  hello@godarai.com</a:t>
            </a:r>
          </a:p>
        </p:txBody>
      </p:sp>
    </p:spTree>
    <p:extLst>
      <p:ext uri="{BB962C8B-B14F-4D97-AF65-F5344CB8AC3E}">
        <p14:creationId xmlns:p14="http://schemas.microsoft.com/office/powerpoint/2010/main" val="90407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2026-08-11T10:57:53.5270000Z</dcterms:created>
  <dcterms:modified xsi:type="dcterms:W3CDTF">2026-08-11T10:57:53.5270000Z</dcterms:modified>
</coreProperties>
</file>